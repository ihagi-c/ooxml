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Character spacing and empty cells in a table</a:t>
            </a:r>
            <a:endParaRPr lang="en-US" sz="20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91440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6400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Cell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Spacing -1.5pt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spc="-150" kern="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quick brown fox jumps over the lazy dog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spacing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quick brown fox jumps over the lazy dog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Spacing +3pt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spc="300" kern="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quick brown fox jumps over the lazy dog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4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4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2026-10-08T01:13:58Z</dcterms:created>
  <dcterms:modified xsi:type="dcterms:W3CDTF">2026-10-08T01:13:58Z</dcterms:modified>
</cp:coreProperties>
</file>