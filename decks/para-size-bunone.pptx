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uNone-fixed-14pt"/>
          <p:cNvSpPr txBox="1"/>
          <p:nvPr/>
        </p:nvSpPr>
        <p:spPr>
          <a:xfrm>
            <a:off x="274320" y="457200"/>
            <a:ext cx="2560320" cy="5486400"/>
          </a:xfrm>
          <a:prstGeom prst="rect">
            <a:avLst/>
          </a:prstGeom>
          <a:noFill/>
        </p:spPr>
        <p:txBody>
          <a:bodyPr wrap="square">
            <a:spAutoFit/>
          </a:bodyPr>
          <a:lstStyle/>
          <a:p>
            <a:pPr>
              <a:lnSpc>
                <a:spcPts val="2800"/>
              </a:lnSpc>
              <a:buNone/>
            </a:pPr>
            <a:r>
              <a:rPr sz="2400">
                <a:latin typeface="Pretendard"/>
                <a:ea typeface="Pretendard"/>
              </a:rPr>
              <a:t>Heading</a:t>
            </a:r>
          </a:p>
          <a:p>
            <a:pPr>
              <a:lnSpc>
                <a:spcPts val="1400"/>
              </a:lnSpc>
              <a:buNone/>
            </a:pPr>
            <a:r>
              <a:rPr sz="1000">
                <a:latin typeface="Pretendard"/>
                <a:ea typeface="Pretendard"/>
              </a:rPr>
              <a:t>The quick brown fox jumps over the lazy dog and keeps running across the field until the sun goes down. The quick brown fox jumps over the lazy dog and keeps running across the field until the sun goes down. </a:t>
            </a:r>
          </a:p>
        </p:txBody>
      </p:sp>
      <p:sp>
        <p:nvSpPr>
          <p:cNvPr id="3" name="buChar-fixed-14pt"/>
          <p:cNvSpPr txBox="1"/>
          <p:nvPr/>
        </p:nvSpPr>
        <p:spPr>
          <a:xfrm>
            <a:off x="3108960" y="457200"/>
            <a:ext cx="2560320" cy="5486400"/>
          </a:xfrm>
          <a:prstGeom prst="rect">
            <a:avLst/>
          </a:prstGeom>
          <a:noFill/>
        </p:spPr>
        <p:txBody>
          <a:bodyPr wrap="square">
            <a:spAutoFit/>
          </a:bodyPr>
          <a:lstStyle/>
          <a:p>
            <a:pPr>
              <a:lnSpc>
                <a:spcPts val="2800"/>
              </a:lnSpc>
              <a:buNone/>
            </a:pPr>
            <a:r>
              <a:rPr sz="2400">
                <a:latin typeface="Pretendard"/>
                <a:ea typeface="Pretendard"/>
              </a:rPr>
              <a:t>Heading</a:t>
            </a:r>
          </a:p>
          <a:p>
            <a:pPr marL="171450" indent="-171450">
              <a:lnSpc>
                <a:spcPts val="1400"/>
              </a:lnSpc>
              <a:buChar char="•"/>
            </a:pPr>
            <a:r>
              <a:rPr sz="1000">
                <a:latin typeface="Pretendard"/>
                <a:ea typeface="Pretendard"/>
              </a:rPr>
              <a:t>The quick brown fox jumps over the lazy dog and keeps running across the field until the sun goes down. The quick brown fox jumps over the lazy dog and keeps running across the field until the sun goes down.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