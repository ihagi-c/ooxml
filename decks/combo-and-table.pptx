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(m)</c:v>
                </c:pt>
              </c:strCache>
            </c:strRef>
          </c:tx>
          <c:spPr>
            <a:solidFill>
              <a:srgbClr val="CDDCE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6692AE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</c:v>
                </c:pt>
                <c:pt idx="1">
                  <c:v>1.8</c:v>
                </c:pt>
                <c:pt idx="2">
                  <c:v>2.1</c:v>
                </c:pt>
                <c:pt idx="3">
                  <c:v>2.6</c:v>
                </c:pt>
                <c:pt idx="4">
                  <c:v>1.9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00" u="none">
                  <a:solidFill>
                    <a:srgbClr val="6692AE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2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Share of total (%)</c:v>
                </c:pt>
              </c:strCache>
            </c:strRef>
          </c:tx>
          <c:spPr>
            <a:solidFill>
              <a:srgbClr val="05507D"/>
            </a:solidFill>
            <a:ln w="9525" cap="flat">
              <a:solidFill>
                <a:srgbClr val="05507D"/>
              </a:solidFill>
              <a:prstDash val="sysDot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5507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FFFF"/>
              </a:solidFill>
              <a:ln w="12700" cap="flat">
                <a:solidFill>
                  <a:srgbClr val="05507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2.2</c:v>
                </c:pt>
                <c:pt idx="3">
                  <c:v>3</c:v>
                </c:pt>
                <c:pt idx="4">
                  <c:v>2.3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600" u="none">
                  <a:solidFill>
                    <a:srgbClr val="05507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Bar + line combo: dotted line, hollow markers, 6pt labels</a:t>
            </a:r>
            <a:endParaRPr lang="en-US" sz="1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3152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Table: H2O subscript, merged unit cell, 0.25pt rules, 2.84pt right margin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507D"/>
                          </a:solidFill>
                        </a:rPr>
                        <a:t>Line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5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507D"/>
                          </a:solidFill>
                        </a:rPr>
                        <a:t>Unit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5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5507D"/>
                          </a:solidFill>
                        </a:rPr>
                        <a:t>2024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5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5507D"/>
                          </a:solidFill>
                        </a:rPr>
                        <a:t>2025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5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C4948"/>
                          </a:solidFill>
                        </a:rPr>
                        <a:t>Line A</a:t>
                      </a:r>
                      <a:endParaRPr lang="en-US" sz="900" dirty="0"/>
                    </a:p>
                  </a:txBody>
                  <a:tcPr marL="0" marR="36068" marT="57150" marB="0">
                    <a:lnL w="0" cap="flat" cmpd="sng" algn="ctr"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C4948"/>
                          </a:solidFill>
                        </a:rPr>
                        <a:t>kg H</a:t>
                      </a:r>
                      <a:r>
                        <a:rPr lang="en-US" sz="900" baseline="-40000" dirty="0">
                          <a:solidFill>
                            <a:srgbClr val="4C4948"/>
                          </a:solidFill>
                        </a:rPr>
                        <a:t>2</a:t>
                      </a:r>
                      <a:r>
                        <a:rPr lang="en-US" sz="900" dirty="0">
                          <a:solidFill>
                            <a:srgbClr val="4C4948"/>
                          </a:solidFill>
                        </a:rPr>
                        <a:t>O</a:t>
                      </a:r>
                      <a:endParaRPr lang="en-US" sz="900" dirty="0"/>
                    </a:p>
                  </a:txBody>
                  <a:tcPr marL="0" marR="36068" marT="57150" marB="0" anchor="ctr">
                    <a:lnL w="0" cap="flat" cmpd="sng" algn="ctr"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C4948"/>
                          </a:solidFill>
                        </a:rPr>
                        <a:t>7,119</a:t>
                      </a:r>
                      <a:endParaRPr lang="en-US" sz="900" dirty="0"/>
                    </a:p>
                  </a:txBody>
                  <a:tcPr marL="0" marR="36068" marT="57150" marB="0">
                    <a:lnL w="0" cap="flat" cmpd="sng" algn="ctr"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C4948"/>
                          </a:solidFill>
                        </a:rPr>
                        <a:t>6,997</a:t>
                      </a:r>
                      <a:endParaRPr lang="en-US" sz="900" dirty="0"/>
                    </a:p>
                  </a:txBody>
                  <a:tcPr marL="0" marR="36068" marT="57150" marB="0">
                    <a:lnL w="0" cap="flat" cmpd="sng" algn="ctr"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C4948"/>
                          </a:solidFill>
                        </a:rPr>
                        <a:t>Line B</a:t>
                      </a:r>
                      <a:endParaRPr lang="en-US" sz="900" dirty="0"/>
                    </a:p>
                  </a:txBody>
                  <a:tcPr marL="0" marR="36068" marT="57150" marB="0">
                    <a:lnL w="0" cap="flat" cmpd="sng" algn="ctr"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C4948"/>
                          </a:solidFill>
                        </a:rPr>
                        <a:t>230</a:t>
                      </a:r>
                      <a:endParaRPr lang="en-US" sz="900" dirty="0"/>
                    </a:p>
                  </a:txBody>
                  <a:tcPr marL="0" marR="36068" marT="57150" marB="0">
                    <a:lnL w="0" cap="flat" cmpd="sng" algn="ctr"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C4948"/>
                          </a:solidFill>
                        </a:rPr>
                        <a:t>220</a:t>
                      </a:r>
                      <a:endParaRPr lang="en-US" sz="900" dirty="0"/>
                    </a:p>
                  </a:txBody>
                  <a:tcPr marL="0" marR="36068" marT="57150" marB="0">
                    <a:lnL w="0" cap="flat" cmpd="sng" algn="ctr"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8C8C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2026-10-07T03:46:26Z</dcterms:created>
  <dcterms:modified xsi:type="dcterms:W3CDTF">2026-10-07T03:46:26Z</dcterms:modified>
</cp:coreProperties>
</file>