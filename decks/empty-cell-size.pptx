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486400" cy="2743200"/>
  <p:notesSz cx="27432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2743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73152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2026-10-09T08:17:34Z</dcterms:created>
  <dcterms:modified xsi:type="dcterms:W3CDTF">2026-10-09T08:17:34Z</dcterms:modified>
</cp:coreProperties>
</file>