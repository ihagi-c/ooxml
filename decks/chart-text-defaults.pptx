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서울 Seoul</c:v>
                </c:pt>
                <c:pt idx="1">
                  <c:v>부산 Busan</c:v>
                </c:pt>
                <c:pt idx="2">
                  <c:v>대구 Daegu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1444</c:v>
                </c:pt>
                <c:pt idx="1">
                  <c:v>1323</c:v>
                </c:pt>
                <c:pt idx="2">
                  <c:v>1184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Georgia"/>
          <a:ea typeface="AppleMyungj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서울</c:v>
                </c:pt>
                <c:pt idx="1">
                  <c:v>부산</c:v>
                </c:pt>
                <c:pt idx="2">
                  <c:v>대구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1444</c:v>
                </c:pt>
                <c:pt idx="1">
                  <c:v>1323</c:v>
                </c:pt>
                <c:pt idx="2">
                  <c:v>1184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ea typeface="AppleMyungjo"/>
                </a:defRPr>
              </a:pPr>
            </a:p>
          </c:txPr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274320" y="4572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54880" y="457200"/>
          <a:ext cx="41148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