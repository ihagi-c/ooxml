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anja"/>
          <p:cNvSpPr txBox="1"/>
          <p:nvPr/>
        </p:nvSpPr>
        <p:spPr>
          <a:xfrm>
            <a:off x="274320" y="274320"/>
            <a:ext cx="2011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lang="ko-KR">
                <a:latin typeface="AppleGothic"/>
                <a:ea typeface="AppleGothic"/>
              </a:rPr>
              <a:t>도서관 大韓民國首都特別市中央圖書館開館記念行事 안내입니다</a:t>
            </a:r>
          </a:p>
        </p:txBody>
      </p:sp>
      <p:sp>
        <p:nvSpPr>
          <p:cNvPr id="3" name="kana"/>
          <p:cNvSpPr txBox="1"/>
          <p:nvPr/>
        </p:nvSpPr>
        <p:spPr>
          <a:xfrm>
            <a:off x="2468880" y="274320"/>
            <a:ext cx="2011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lang="ko-KR">
                <a:latin typeface="AppleGothic"/>
                <a:ea typeface="AppleGothic"/>
              </a:rPr>
              <a:t>일본어 ひらがなとカタカナのながいもじれつです 문장입니다</a:t>
            </a:r>
          </a:p>
        </p:txBody>
      </p:sp>
      <p:sp>
        <p:nvSpPr>
          <p:cNvPr id="4" name="latinLnBrk"/>
          <p:cNvSpPr txBox="1"/>
          <p:nvPr/>
        </p:nvSpPr>
        <p:spPr>
          <a:xfrm>
            <a:off x="4663440" y="274320"/>
            <a:ext cx="2011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sz="1400" b="0" lang="ko-KR">
                <a:latin typeface="AppleGothic"/>
                <a:ea typeface="AppleGothic"/>
              </a:rPr>
              <a:t>단위 표기 kilowattHoursPerSquareMeterPerYear 기준입니다</a:t>
            </a:r>
          </a:p>
        </p:txBody>
      </p:sp>
      <p:sp>
        <p:nvSpPr>
          <p:cNvPr id="5" name="split-runs"/>
          <p:cNvSpPr txBox="1"/>
          <p:nvPr/>
        </p:nvSpPr>
        <p:spPr>
          <a:xfrm>
            <a:off x="6858000" y="274320"/>
            <a:ext cx="2011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lang="ko-KR">
                <a:latin typeface="AppleGothic"/>
                <a:ea typeface="AppleGothic"/>
              </a:rPr>
              <a:t>새로운 </a:t>
            </a:r>
            <a:r>
              <a:rPr sz="1400" b="1" lang="ko-KR">
                <a:latin typeface="AppleGothic"/>
                <a:ea typeface="AppleGothic"/>
              </a:rPr>
              <a:t>제</a:t>
            </a:r>
            <a:r>
              <a:rPr sz="1400" b="0" lang="ko-KR">
                <a:latin typeface="AppleGothic"/>
                <a:ea typeface="AppleGothic"/>
              </a:rPr>
              <a:t>품을 </a:t>
            </a:r>
            <a:r>
              <a:rPr sz="1400" b="0" lang="ko-KR">
                <a:latin typeface="AppleGothic"/>
                <a:ea typeface="AppleGothic"/>
              </a:rPr>
              <a:t>새로운 </a:t>
            </a:r>
            <a:r>
              <a:rPr sz="1400" b="1" lang="ko-KR">
                <a:latin typeface="AppleGothic"/>
                <a:ea typeface="AppleGothic"/>
              </a:rPr>
              <a:t>제</a:t>
            </a:r>
            <a:r>
              <a:rPr sz="1400" b="0" lang="ko-KR">
                <a:latin typeface="AppleGothic"/>
                <a:ea typeface="AppleGothic"/>
              </a:rPr>
              <a:t>품을 </a:t>
            </a:r>
            <a:r>
              <a:rPr sz="1400" b="0" lang="ko-KR">
                <a:latin typeface="AppleGothic"/>
                <a:ea typeface="AppleGothic"/>
              </a:rPr>
              <a:t>새로운 </a:t>
            </a:r>
            <a:r>
              <a:rPr sz="1400" b="1" lang="ko-KR">
                <a:latin typeface="AppleGothic"/>
                <a:ea typeface="AppleGothic"/>
              </a:rPr>
              <a:t>제</a:t>
            </a:r>
            <a:r>
              <a:rPr sz="1400" b="0" lang="ko-KR">
                <a:latin typeface="AppleGothic"/>
                <a:ea typeface="AppleGothic"/>
              </a:rPr>
              <a:t>품을 </a:t>
            </a:r>
            <a:r>
              <a:rPr sz="1400" b="0" lang="ko-KR">
                <a:latin typeface="AppleGothic"/>
                <a:ea typeface="AppleGothic"/>
              </a:rPr>
              <a:t>새로운 </a:t>
            </a:r>
            <a:r>
              <a:rPr sz="1400" b="1" lang="ko-KR">
                <a:latin typeface="AppleGothic"/>
                <a:ea typeface="AppleGothic"/>
              </a:rPr>
              <a:t>제</a:t>
            </a:r>
            <a:r>
              <a:rPr sz="1400" b="0" lang="ko-KR">
                <a:latin typeface="AppleGothic"/>
                <a:ea typeface="AppleGothic"/>
              </a:rPr>
              <a:t>품을 </a:t>
            </a:r>
          </a:p>
        </p:txBody>
      </p:sp>
      <p:sp>
        <p:nvSpPr>
          <p:cNvPr id="6" name="lstStyle-lang"/>
          <p:cNvSpPr txBox="1"/>
          <p:nvPr/>
        </p:nvSpPr>
        <p:spPr>
          <a:xfrm>
            <a:off x="274320" y="2194560"/>
            <a:ext cx="2011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ko-KR"/>
            </a:lvl1pPr>
          </a:lstStyle>
          <a:p>
            <a:r>
              <a:rPr sz="1400" b="0">
                <a:latin typeface="AppleGothic"/>
                <a:ea typeface="AppleGothic"/>
              </a:rPr>
              <a:t>이번 주 회의에서는 다음 분기 제품 출시 일정과 홍보 계획을 검토했습니다</a:t>
            </a:r>
          </a:p>
        </p:txBody>
      </p:sp>
      <p:sp>
        <p:nvSpPr>
          <p:cNvPr id="7" name="lstStyle-lang-ea0"/>
          <p:cNvSpPr txBox="1"/>
          <p:nvPr/>
        </p:nvSpPr>
        <p:spPr>
          <a:xfrm>
            <a:off x="2468880" y="2194560"/>
            <a:ext cx="2011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ko-KR"/>
            </a:lvl1pPr>
          </a:lstStyle>
          <a:p>
            <a:pPr eaLnBrk="0"/>
            <a:r>
              <a:rPr sz="1400" b="0">
                <a:latin typeface="AppleGothic"/>
                <a:ea typeface="AppleGothic"/>
              </a:rPr>
              <a:t>이번 주 회의에서는 다음 분기 제품 출시 일정과 홍보 계획을 검토했습니다</a:t>
            </a:r>
          </a:p>
        </p:txBody>
      </p:sp>
      <p:sp>
        <p:nvSpPr>
          <p:cNvPr id="8" name="no-lang"/>
          <p:cNvSpPr txBox="1"/>
          <p:nvPr/>
        </p:nvSpPr>
        <p:spPr>
          <a:xfrm>
            <a:off x="4663440" y="2194560"/>
            <a:ext cx="2011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latin typeface="AppleGothic"/>
                <a:ea typeface="AppleGothic"/>
              </a:rPr>
              <a:t>이번 주 회의에서는 다음 분기 제품 출시 일정과 홍보 계획을 검토했습니다</a:t>
            </a:r>
          </a:p>
        </p:txBody>
      </p:sp>
      <p:sp>
        <p:nvSpPr>
          <p:cNvPr id="9" name="en-lang"/>
          <p:cNvSpPr txBox="1"/>
          <p:nvPr/>
        </p:nvSpPr>
        <p:spPr>
          <a:xfrm>
            <a:off x="6858000" y="2194560"/>
            <a:ext cx="2011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lang="en-US">
                <a:latin typeface="AppleGothic"/>
                <a:ea typeface="AppleGothic"/>
              </a:rPr>
              <a:t>이번 주 회의에서는 다음 분기 제품 출시 일정과 홍보 계획을 검토했습니다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