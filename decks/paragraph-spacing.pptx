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700"/>
              </a:lnSpc>
              <a:defRPr sz="1400"/>
            </a:pPr>
            <a:r>
              <a:t>The quick brown fox jumps over the lazy dog, again and again, until the line wraps.</a:t>
            </a:r>
          </a:p>
          <a:p>
            <a:pPr marL="0" indent="0">
              <a:lnSpc>
                <a:spcPts val="1700"/>
              </a:lnSpc>
              <a:defRPr sz="1400"/>
            </a:pPr>
            <a:r>
              <a:t>Each paragraph declares its own exact line spacing and left margin on a:pPr.</a:t>
            </a:r>
          </a:p>
          <a:p>
            <a:pPr marL="0" indent="0">
              <a:lnSpc>
                <a:spcPts val="1700"/>
              </a:lnSpc>
              <a:defRPr sz="1400"/>
            </a:pPr>
            <a:r>
              <a:t>PowerPoint writes paragraph properties like these on most decks.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