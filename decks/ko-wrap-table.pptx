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o-default"/>
          <p:cNvSpPr txBox="1"/>
          <p:nvPr/>
        </p:nvSpPr>
        <p:spPr>
          <a:xfrm>
            <a:off x="457200" y="36576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lang="ko-KR">
                <a:latin typeface="AppleGothic"/>
                <a:ea typeface="AppleGothic"/>
              </a:rPr>
              <a:t>이번 주 회의에서는 다음 분기 제품 출시 일정과 홍보 계획을 함께 검토하고 담당자를 정했습니다</a:t>
            </a:r>
          </a:p>
        </p:txBody>
      </p:sp>
      <p:sp>
        <p:nvSpPr>
          <p:cNvPr id="3" name="ko-eaLnBrk0"/>
          <p:cNvSpPr txBox="1"/>
          <p:nvPr/>
        </p:nvSpPr>
        <p:spPr>
          <a:xfrm>
            <a:off x="4572000" y="36576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/>
            <a:r>
              <a:rPr sz="1600" lang="ko-KR">
                <a:latin typeface="AppleGothic"/>
                <a:ea typeface="AppleGothic"/>
              </a:rPr>
              <a:t>이번 주 회의에서는 다음 분기 제품 출시 일정과 홍보 계획을 함께 검토하고 담당자를 정했습니다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291840"/>
          <a:ext cx="58521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</a:tblGrid>
              <a:tr h="914400">
                <a:tc>
                  <a:txBody>
                    <a:bodyPr/>
                    <a:lstStyle/>
                    <a:p>
                      <a:r>
                        <a:rPr sz="1400" lang="ko-KR">
                          <a:latin typeface="AppleGothic"/>
                          <a:ea typeface="AppleGothic"/>
                        </a:rPr>
                        <a:t>표 칸의 한글 줄바꿈 시험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lang="ko-KR">
                          <a:latin typeface="AppleGothic"/>
                          <a:ea typeface="AppleGothic"/>
                        </a:rPr>
                        <a:t>표 칸의 한글 줄바꿈 시험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400" lang="ko-KR">
                          <a:latin typeface="AppleGothic"/>
                          <a:ea typeface="AppleGothic"/>
                        </a:rPr>
                        <a:t>이번 주 회의에서는 다음 분기 제품 출시 일정과 홍보 계획을 함께 검토하고 담당자를 정했습니다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lang="ko-KR">
                          <a:latin typeface="AppleGothic"/>
                          <a:ea typeface="AppleGothic"/>
                        </a:rPr>
                        <a:t>이번 주 회의에서는 다음 분기 제품 출시 일정과 홍보 계획을 함께 검토하고 담당자를 정했습니다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