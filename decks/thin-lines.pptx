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0.1 pt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463040" y="457200"/>
            <a:ext cx="7132320" cy="0"/>
          </a:xfrm>
          <a:prstGeom prst="line">
            <a:avLst/>
          </a:prstGeom>
          <a:noFill/>
          <a:ln w="127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60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0.25 pt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1143000"/>
            <a:ext cx="7132320" cy="0"/>
          </a:xfrm>
          <a:prstGeom prst="line">
            <a:avLst/>
          </a:prstGeom>
          <a:noFill/>
          <a:ln w="31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5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0.5 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1828800"/>
            <a:ext cx="71323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331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0.75 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63040" y="2514600"/>
            <a:ext cx="7132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017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 pt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3200400"/>
            <a:ext cx="71323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703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 pt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463040" y="3886200"/>
            <a:ext cx="71323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2026-10-08T05:32:51Z</dcterms:created>
  <dcterms:modified xsi:type="dcterms:W3CDTF">2026-10-08T05:32:51Z</dcterms:modified>
</cp:coreProperties>
</file>