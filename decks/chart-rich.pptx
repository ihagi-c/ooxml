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Lbls>
            <c:dLbl>
              <c:idx val="0"/>
              <c:tx>
                <c:rich>
                  <a:bodyPr/>
                  <a:lstStyle/>
                  <a:p>
                    <a:r>
                      <a:rPr sz="800" b="1">
                        <a:latin typeface="Georgia"/>
                      </a:rPr>
                      <a:t>1,444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00" b="1">
                        <a:latin typeface="Georgia"/>
                      </a:rPr>
                      <a:t>1,323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00" b="1">
                        <a:latin typeface="Georgia"/>
                      </a:rPr>
                      <a:t>1,184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1444</c:v>
                </c:pt>
                <c:pt idx="1">
                  <c:v>1323</c:v>
                </c:pt>
                <c:pt idx="2">
                  <c:v>1184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