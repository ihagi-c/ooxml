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0">
  <p:sldMasterIdLst>
    <p:sldMasterId id="2147483648" r:id="rId1"/>
  </p:sldMasterIdLst>
  <p:notesMasterIdLst>
    <p:notesMasterId r:id="rId3"/>
  </p:notesMasterIdLst>
  <p:sldIdLst>
    <p:sldId id="256" r:id="rId2"/>
  </p:sldIdLst>
  <p:sldSz cx="5486400" cy="2743200"/>
  <p:notesSz cx="27432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3" Type="http://schemas.openxmlformats.org/officeDocument/2006/relationships/notesMaster" Target="notesMasters/notesMaster1.xml"></Relationship><Relationship Id="rId4" Type="http://schemas.openxmlformats.org/officeDocument/2006/relationships/presProps" Target="presProps.xml"></Relationship><Relationship Id="rId5" Type="http://schemas.openxmlformats.org/officeDocument/2006/relationships/viewProps" Target="viewProps.xml"></Relationship><Relationship Id="rId6" Type="http://schemas.openxmlformats.org/officeDocument/2006/relationships/theme" Target="theme/theme1.xml"></Relationship><Relationship Id="rId7" Type="http://schemas.openxmlformats.org/officeDocument/2006/relationships/tableStyles" Target="tableStyles.xml"></Relationship><Relationship Id="rId2" Type="http://schemas.openxmlformats.org/officeDocument/2006/relationships/slide" Target="slides/slide1.xml"></Relationship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type="datetimeFigureOut" id="{5282F153-3F37-0F45-9E97-73ACFA13230C}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type="slidenum" id="{CE5E9CC1-C706-0F49-92D6-E571CC5EEA8F}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16="http://schemas.microsoft.com/office/drawing/2014/main" xmlns:mc="http://schemas.openxmlformats.org/markup-compatibility/2006" mc:Ignorable="a16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2743200" cy="657225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731520"/>
              </a:tblGrid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457200" y="1828800"/>
          <a:ext cx="2743200" cy="47625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val="3772981345"/>
                    </a:ext>
                  </a:extLst>
                </a:gridCol>
                <a:gridCol w="914400">
                  <a:extLst>
                    <a:ext uri="{9D8B030D-6E8A-4147-A177-3AD203B41FA5}">
                      <a16:colId val="542640956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r>
                        <a:rPr lang="en-US" dirty="0" sz="700"/>
                        <a:t>Plant</a:t>
                      </a:r>
                      <a:endParaRPr lang="en-US" dirty="0"/>
                    </a:p>
                  </a:txBody>
                  <a:tcPr anchor="ctr" marL="38100" marR="38100" marT="25432" marB="25432">
                    <a:lnL w="6382">
                      <a:solidFill>
                        <a:srgbClr val="999999"/>
                      </a:solidFill>
                    </a:lnL>
                    <a:lnR w="6382">
                      <a:solidFill>
                        <a:srgbClr val="999999"/>
                      </a:solidFill>
                    </a:lnR>
                    <a:lnT w="6382">
                      <a:solidFill>
                        <a:srgbClr val="999999"/>
                      </a:solidFill>
                    </a:lnT>
                    <a:lnB w="6382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z="700"/>
                        <a:t>45</a:t>
                      </a:r>
                      <a:endParaRPr lang="en-US" dirty="0"/>
                    </a:p>
                  </a:txBody>
                  <a:tcPr anchor="ctr" marL="38100" marR="38100" marT="25432" marB="25432">
                    <a:lnL w="6382">
                      <a:solidFill>
                        <a:srgbClr val="999999"/>
                      </a:solidFill>
                    </a:lnL>
                    <a:lnR w="6382">
                      <a:solidFill>
                        <a:srgbClr val="999999"/>
                      </a:solidFill>
                    </a:lnR>
                    <a:lnT w="6382">
                      <a:solidFill>
                        <a:srgbClr val="999999"/>
                      </a:solidFill>
                    </a:lnT>
                    <a:lnB w="6382">
                      <a:solidFill>
                        <a:srgbClr val="999999"/>
                      </a:solidFill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marL="38100" marR="38100" marT="25432" marB="25432">
                    <a:lnL w="6382">
                      <a:solidFill>
                        <a:srgbClr val="999999"/>
                      </a:solidFill>
                    </a:lnL>
                    <a:lnR w="6382">
                      <a:solidFill>
                        <a:srgbClr val="999999"/>
                      </a:solidFill>
                    </a:lnR>
                    <a:lnT w="6382">
                      <a:solidFill>
                        <a:srgbClr val="999999"/>
                      </a:solidFill>
                    </a:lnT>
                    <a:lnB w="6382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z="700"/>
                        <a:t>150</a:t>
                      </a:r>
                      <a:endParaRPr lang="en-US" dirty="0"/>
                    </a:p>
                  </a:txBody>
                  <a:tcPr anchor="ctr" marL="38100" marR="38100" marT="25432" marB="25432">
                    <a:lnL w="6382">
                      <a:solidFill>
                        <a:srgbClr val="999999"/>
                      </a:solidFill>
                    </a:lnL>
                    <a:lnR w="6382">
                      <a:solidFill>
                        <a:srgbClr val="999999"/>
                      </a:solidFill>
                    </a:lnR>
                    <a:lnT w="6382">
                      <a:solidFill>
                        <a:srgbClr val="999999"/>
                      </a:solidFill>
                    </a:lnT>
                    <a:lnB w="6382">
                      <a:solidFill>
                        <a:srgbClr val="999999"/>
                      </a:solidFill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r>
                        <a:rPr lang="en-US" dirty="0" sz="700"/>
                        <a:t>Office</a:t>
                      </a:r>
                      <a:endParaRPr lang="en-US" dirty="0"/>
                    </a:p>
                  </a:txBody>
                  <a:tcPr anchor="ctr" marL="38100" marR="38100" marT="25432" marB="25432">
                    <a:lnL w="6382">
                      <a:solidFill>
                        <a:srgbClr val="999999"/>
                      </a:solidFill>
                    </a:lnL>
                    <a:lnR w="6382">
                      <a:solidFill>
                        <a:srgbClr val="999999"/>
                      </a:solidFill>
                    </a:lnR>
                    <a:lnT w="6382">
                      <a:solidFill>
                        <a:srgbClr val="999999"/>
                      </a:solidFill>
                    </a:lnT>
                    <a:lnB w="6382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z="700"/>
                        <a:t>105</a:t>
                      </a:r>
                      <a:endParaRPr lang="en-US" dirty="0"/>
                    </a:p>
                  </a:txBody>
                  <a:tcPr anchor="ctr" marL="38100" marR="38100" marT="25432" marB="25432">
                    <a:lnL w="6382">
                      <a:solidFill>
                        <a:srgbClr val="999999"/>
                      </a:solidFill>
                    </a:lnL>
                    <a:lnR w="6382">
                      <a:solidFill>
                        <a:srgbClr val="999999"/>
                      </a:solidFill>
                    </a:lnR>
                    <a:lnT w="6382">
                      <a:solidFill>
                        <a:srgbClr val="999999"/>
                      </a:solidFill>
                    </a:lnT>
                    <a:lnB w="6382">
                      <a:solidFill>
                        <a:srgbClr val="999999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On-screen Show (16:9)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2</cp:revision>
  <dcterms:created xsi:type="dcterms:W3CDTF">2026-10-09T08:17:34Z</dcterms:created>
  <dcterms:modified xsi:type="dcterms:W3CDTF">2026-10-09T08:41:53Z</dcterms:modified>
</cp:coreProperties>
</file>