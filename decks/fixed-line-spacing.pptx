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486400" cy="2743200"/>
  <p:notesSz cx="27432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Fourth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Fifth item text</a:t>
                      </a:r>
                      <a:endParaRPr lang="en-US" sz="700" dirty="0"/>
                    </a:p>
                  </a:txBody>
                  <a:tcPr marL="0" marR="0" marT="0" marB="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Fourth item text</a:t>
                      </a:r>
                      <a:endParaRPr lang="en-US" sz="700" dirty="0"/>
                    </a:p>
                    <a:p>
                      <a:pPr indent="0" marL="0">
                        <a:lnSpc>
                          <a:spcPts val="110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Fifth item text</a:t>
                      </a:r>
                      <a:endParaRPr lang="en-US" sz="700" dirty="0"/>
                    </a:p>
                  </a:txBody>
                  <a:tcPr marL="0" marR="0" marT="0" marB="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4206240" y="457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item text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item text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item text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item text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item text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2026-10-09T01:30:28Z</dcterms:created>
  <dcterms:modified xsi:type="dcterms:W3CDTF">2026-10-09T01:30:28Z</dcterms:modified>
</cp:coreProperties>
</file>