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lang="en-US">
                <a:latin typeface="Arial"/>
                <a:ea typeface="Arial"/>
              </a:rPr>
              <a:t>The unit is kilowattHoursPerSquareMeterPerYear for every building we measured this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7432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lang="ja-JP">
                <a:latin typeface="Hiragino Sans"/>
                <a:ea typeface="Hiragino Sans"/>
              </a:rPr>
              <a:t>単位は kilowattHoursPerSquareMeterPerYear です。今年測定したすべての建物に適用します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79" y="2743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sz="1400" lang="en-US">
                <a:latin typeface="Arial"/>
                <a:ea typeface="Arial"/>
              </a:rPr>
              <a:t>The unit is kilowattHoursPerSquareMeterPerYear for every building we measured this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79" y="274320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sz="1400" lang="ja-JP">
                <a:latin typeface="Hiragino Sans"/>
                <a:ea typeface="Hiragino Sans"/>
              </a:rPr>
              <a:t>単位は kilowattHoursPerSquareMeterPerYear です。今年測定したすべての建物に適用します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