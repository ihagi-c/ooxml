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54864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914400">
                <a:tc>
                  <a:txBody>
                    <a:bodyPr/>
                    <a:lstStyle/>
                    <a:p>
                      <a:r>
                        <a:rPr sz="1400" lang="en-US">
                          <a:latin typeface="Arial"/>
                        </a:rPr>
                        <a:t>Table cell spacing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lang="en-US">
                          <a:latin typeface="Arial"/>
                        </a:rPr>
                        <a:t>Table cell spacing test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 lang="en-US">
                          <a:latin typeface="Arial"/>
                        </a:rPr>
                        <a:t>This week we reviewed the launch schedule for next quarter, agreed on the promotion plan and named an owner for each task.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lang="en-US">
                          <a:latin typeface="Arial"/>
                        </a:rPr>
                        <a:t>This week we reviewed the launch schedule for next quarter, agreed on the promotion plan and named an owner for each task.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