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eft"/>
          <p:cNvSpPr txBox="1"/>
          <p:nvPr/>
        </p:nvSpPr>
        <p:spPr>
          <a:xfrm>
            <a:off x="365760" y="36576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400" lang="ko-KR">
                <a:latin typeface="AppleGothic"/>
                <a:ea typeface="AppleGothic"/>
              </a:rPr>
              <a:t>우리 팀은 지난 분기 동안 고객 문의 응답 시간을 줄이기 위해 상담 절차를 다시 정리하고, 자주 묻는 질문을 모아 안내 자료를 새로 만들었습니다. 또한, 매주 회의를 통해 처리 현황을 점검하고 개선이 필요한 부분에 대한 의견을 꾸준히 나누고 있습니다.</a:t>
            </a:r>
          </a:p>
        </p:txBody>
      </p:sp>
      <p:sp>
        <p:nvSpPr>
          <p:cNvPr id="3" name="justify"/>
          <p:cNvSpPr txBox="1"/>
          <p:nvPr/>
        </p:nvSpPr>
        <p:spPr>
          <a:xfrm>
            <a:off x="4754880" y="36576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sz="1400" lang="ko-KR">
                <a:latin typeface="AppleGothic"/>
                <a:ea typeface="AppleGothic"/>
              </a:rPr>
              <a:t>우리 팀은 지난 분기 동안 고객 문의 응답 시간을 줄이기 위해 상담 절차를 다시 정리하고, 자주 묻는 질문을 모아 안내 자료를 새로 만들었습니다. 또한, 매주 회의를 통해 처리 현황을 점검하고 개선이 필요한 부분에 대한 의견을 꾸준히 나누고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