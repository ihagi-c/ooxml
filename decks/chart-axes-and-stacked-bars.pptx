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North</c:v>
                  </c:pt>
                  <c:pt idx="1">
                    <c:v>South</c:v>
                  </c:pt>
                  <c:pt idx="2">
                    <c:v>East</c:v>
                  </c:pt>
                  <c:pt idx="3">
                    <c:v>West</c:v>
                  </c:pt>
                  <c:pt idx="4">
                    <c:v>Central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55</c:v>
                </c:pt>
                <c:pt idx="2">
                  <c:v>38</c:v>
                </c:pt>
                <c:pt idx="3">
                  <c:v>61</c:v>
                </c:pt>
                <c:pt idx="4">
                  <c:v>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North</c:v>
                  </c:pt>
                  <c:pt idx="1">
                    <c:v>South</c:v>
                  </c:pt>
                  <c:pt idx="2">
                    <c:v>East</c:v>
                  </c:pt>
                  <c:pt idx="3">
                    <c:v>West</c:v>
                  </c:pt>
                  <c:pt idx="4">
                    <c:v>Central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18</c:v>
                </c:pt>
                <c:pt idx="2">
                  <c:v>9</c:v>
                </c:pt>
                <c:pt idx="3">
                  <c:v>22</c:v>
                </c:pt>
                <c:pt idx="4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numFmt formatCode="General" sourceLinked="0"/>
        <c:majorTickMark val="out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Progress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North</c:v>
                  </c:pt>
                  <c:pt idx="1">
                    <c:v>South</c:v>
                  </c:pt>
                  <c:pt idx="2">
                    <c:v>East</c:v>
                  </c:pt>
                  <c:pt idx="3">
                    <c:v>West</c:v>
                  </c:pt>
                  <c:pt idx="4">
                    <c:v>Central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</c:v>
                </c:pt>
                <c:pt idx="1">
                  <c:v>45</c:v>
                </c:pt>
                <c:pt idx="2">
                  <c:v>88</c:v>
                </c:pt>
                <c:pt idx="3">
                  <c:v>30</c:v>
                </c:pt>
                <c:pt idx="4">
                  <c:v>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North</c:v>
                  </c:pt>
                  <c:pt idx="1">
                    <c:v>South</c:v>
                  </c:pt>
                  <c:pt idx="2">
                    <c:v>East</c:v>
                  </c:pt>
                  <c:pt idx="3">
                    <c:v>West</c:v>
                  </c:pt>
                  <c:pt idx="4">
                    <c:v>Central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14</c:v>
                </c:pt>
                <c:pt idx="2">
                  <c:v>8</c:v>
                </c:pt>
                <c:pt idx="3">
                  <c:v>20</c:v>
                </c:pt>
                <c:pt idx="4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North</c:v>
                  </c:pt>
                  <c:pt idx="1">
                    <c:v>South</c:v>
                  </c:pt>
                  <c:pt idx="2">
                    <c:v>East</c:v>
                  </c:pt>
                  <c:pt idx="3">
                    <c:v>West</c:v>
                  </c:pt>
                  <c:pt idx="4">
                    <c:v>Central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</c:v>
                </c:pt>
                <c:pt idx="1">
                  <c:v>9</c:v>
                </c:pt>
                <c:pt idx="2">
                  <c:v>18</c:v>
                </c:pt>
                <c:pt idx="3">
                  <c:v>11</c:v>
                </c:pt>
                <c:pt idx="4">
                  <c:v>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</c:v>
                </c:pt>
              </c:strCache>
            </c:strRef>
          </c:tx>
          <c:spPr>
            <a:solidFill>
              <a:srgbClr val="9BBB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North</c:v>
                  </c:pt>
                  <c:pt idx="1">
                    <c:v>South</c:v>
                  </c:pt>
                  <c:pt idx="2">
                    <c:v>East</c:v>
                  </c:pt>
                  <c:pt idx="3">
                    <c:v>West</c:v>
                  </c:pt>
                  <c:pt idx="4">
                    <c:v>Central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</c:v>
                </c:pt>
                <c:pt idx="1">
                  <c:v>12</c:v>
                </c:pt>
                <c:pt idx="2">
                  <c:v>7</c:v>
                </c:pt>
                <c:pt idx="3">
                  <c:v>9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North</c:v>
                  </c:pt>
                  <c:pt idx="1">
                    <c:v>South</c:v>
                  </c:pt>
                  <c:pt idx="2">
                    <c:v>East</c:v>
                  </c:pt>
                  <c:pt idx="3">
                    <c:v>West</c:v>
                  </c:pt>
                  <c:pt idx="4">
                    <c:v>Central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14</c:v>
                </c:pt>
                <c:pt idx="2">
                  <c:v>8</c:v>
                </c:pt>
                <c:pt idx="3">
                  <c:v>20</c:v>
                </c:pt>
                <c:pt idx="4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North</c:v>
                  </c:pt>
                  <c:pt idx="1">
                    <c:v>South</c:v>
                  </c:pt>
                  <c:pt idx="2">
                    <c:v>East</c:v>
                  </c:pt>
                  <c:pt idx="3">
                    <c:v>West</c:v>
                  </c:pt>
                  <c:pt idx="4">
                    <c:v>Central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</c:v>
                </c:pt>
                <c:pt idx="1">
                  <c:v>9</c:v>
                </c:pt>
                <c:pt idx="2">
                  <c:v>18</c:v>
                </c:pt>
                <c:pt idx="3">
                  <c:v>11</c:v>
                </c:pt>
                <c:pt idx="4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Combo: value axes with no line, no secondary gridlines</a:t>
            </a:r>
            <a:endParaRPr lang="en-US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914400"/>
          <a:ext cx="10972800" cy="5486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Bar: value axis without gridlines</a:t>
            </a:r>
            <a:endParaRPr lang="en-US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914400"/>
          <a:ext cx="10972800" cy="5486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Stacked columns: gap width 150%, axis fixed at 0 to 100</a:t>
            </a:r>
            <a:endParaRPr lang="en-US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914400"/>
          <a:ext cx="10972800" cy="5486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Stacked bars: gap width 150%, axis fixed at 0 to 100</a:t>
            </a:r>
            <a:endParaRPr lang="en-US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914400"/>
          <a:ext cx="10972800" cy="5486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2026-10-08T01:26:26Z</dcterms:created>
  <dcterms:modified xsi:type="dcterms:W3CDTF">2026-10-08T01:26:26Z</dcterms:modified>
</cp:coreProperties>
</file>