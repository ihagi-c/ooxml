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A</c:v>
                </c:pt>
              </c:strCache>
            </c:strRef>
          </c:tx>
          <c:spPr>
            <a:solidFill>
              <a:srgbClr val="7B2D8E"/>
            </a:solidFill>
            <a:ln w="76200" cap="flat">
              <a:gradFill rotWithShape="1">
                <a:gsLst>
                  <a:gs pos="0">
                    <a:srgbClr val="E3C6EA"/>
                  </a:gs>
                  <a:gs pos="100000">
                    <a:srgbClr val="7B2D8E"/>
                  </a:gs>
                </a:gsLst>
                <a:lin ang="0" scaled="0"/>
              </a:gra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7B2D8E"/>
              </a:solidFill>
              <a:ln w="9525" cap="flat">
                <a:solidFill>
                  <a:srgbClr val="7B2D8E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28</c:v>
                </c:pt>
                <c:pt idx="2">
                  <c:v>46</c:v>
                </c:pt>
                <c:pt idx="3">
                  <c:v>72</c:v>
                </c:pt>
                <c:pt idx="4">
                  <c:v>85</c:v>
                </c:pt>
                <c:pt idx="5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A</c:v>
                </c:pt>
              </c:strCache>
            </c:strRef>
          </c:tx>
          <c:spPr>
            <a:solidFill>
              <a:srgbClr val="7B2D8E"/>
            </a:solidFill>
            <a:ln w="76200" cap="flat">
              <a:gradFill rotWithShape="1">
                <a:gsLst>
                  <a:gs pos="0">
                    <a:srgbClr val="E3C6EA"/>
                  </a:gs>
                  <a:gs pos="100000">
                    <a:srgbClr val="7B2D8E"/>
                  </a:gs>
                </a:gsLst>
                <a:lin ang="0" scaled="0"/>
              </a:gra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7B2D8E"/>
              </a:solidFill>
              <a:ln w="9525" cap="flat">
                <a:solidFill>
                  <a:srgbClr val="7B2D8E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50</c:v>
                </c:pt>
                <c:pt idx="1">
                  <c:v>50</c:v>
                </c:pt>
                <c:pt idx="2">
                  <c:v>50</c:v>
                </c:pt>
                <c:pt idx="3">
                  <c:v>50</c:v>
                </c:pt>
                <c:pt idx="4">
                  <c:v>50</c:v>
                </c:pt>
                <c:pt idx="5">
                  <c:v>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A</c:v>
                </c:pt>
              </c:strCache>
            </c:strRef>
          </c:tx>
          <c:spPr>
            <a:gradFill rotWithShape="1">
              <a:gsLst>
                <a:gs pos="0">
                  <a:srgbClr val="7B2D8E"/>
                </a:gs>
                <a:gs pos="100000">
                  <a:srgbClr val="E3C6EA"/>
                </a:gs>
              </a:gsLst>
              <a:lin ang="5400000" scaled="0"/>
            </a:gra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  <c:pt idx="5">
                    <c:v>Q6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45</c:v>
                </c:pt>
                <c:pt idx="2">
                  <c:v>60</c:v>
                </c:pt>
                <c:pt idx="3">
                  <c:v>52</c:v>
                </c:pt>
                <c:pt idx="4">
                  <c:v>70</c:v>
                </c:pt>
                <c:pt idx="5">
                  <c:v>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Line series with an outline gradient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Flat line series with an outline gradient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Column series with a fill gradient (unchanged)</a:t>
            </a:r>
            <a:endParaRPr lang="en-US" sz="2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2026-10-09T16:50:47Z</dcterms:created>
  <dcterms:modified xsi:type="dcterms:W3CDTF">2026-10-09T16:50:47Z</dcterms:modified>
</cp:coreProperties>
</file>